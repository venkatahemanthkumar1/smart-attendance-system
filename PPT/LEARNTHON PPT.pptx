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71" r:id="rId5"/>
    <p:sldId id="300" r:id="rId6"/>
    <p:sldId id="308" r:id="rId7"/>
    <p:sldId id="317" r:id="rId8"/>
    <p:sldId id="311" r:id="rId9"/>
    <p:sldId id="287" r:id="rId10"/>
    <p:sldId id="316" r:id="rId11"/>
    <p:sldId id="309" r:id="rId12"/>
    <p:sldId id="310" r:id="rId13"/>
    <p:sldId id="30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4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89"/>
  </p:normalViewPr>
  <p:slideViewPr>
    <p:cSldViewPr snapToGrid="0" showGuides="1">
      <p:cViewPr>
        <p:scale>
          <a:sx n="75" d="100"/>
          <a:sy n="75" d="100"/>
        </p:scale>
        <p:origin x="97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1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01-Mar-26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95" y="400772"/>
            <a:ext cx="5488721" cy="619439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2898979" y="2588921"/>
            <a:ext cx="9558491" cy="175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          LEARNATHON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      </a:t>
            </a:r>
            <a:r>
              <a:rPr lang="en-IN" alt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  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PROJECT TITLE: </a:t>
            </a: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Smart Vision-Based Attendance  System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		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311908" y="1707705"/>
            <a:ext cx="4570738" cy="678327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5" name="Google Shape;475;p16"/>
          <p:cNvSpPr txBox="1"/>
          <p:nvPr/>
        </p:nvSpPr>
        <p:spPr>
          <a:xfrm>
            <a:off x="6287199" y="1663964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cs typeface="Poppins" pitchFamily="2" charset="77"/>
              </a:rPr>
              <a:t>Department of ECE </a:t>
            </a:r>
          </a:p>
        </p:txBody>
      </p:sp>
      <p:sp>
        <p:nvSpPr>
          <p:cNvPr id="8" name="Google Shape;502;p17"/>
          <p:cNvSpPr/>
          <p:nvPr/>
        </p:nvSpPr>
        <p:spPr>
          <a:xfrm>
            <a:off x="6621948" y="4384626"/>
            <a:ext cx="5387825" cy="2021879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Presented by: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V. Niteesh Kumar Joshi - 2300049053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S. Venkata Swaroop      </a:t>
            </a: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- 2300049</a:t>
            </a:r>
            <a:r>
              <a:rPr lang="en-IN" alt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055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O. Vinay                           - 2300049056</a:t>
            </a:r>
            <a:endParaRPr lang="en-US"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K. Venkata Hemanth     - 2300049</a:t>
            </a:r>
            <a:r>
              <a:rPr lang="en-IN" alt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067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7979" y="195236"/>
            <a:ext cx="1918613" cy="602122"/>
          </a:xfrm>
          <a:prstGeom prst="rect">
            <a:avLst/>
          </a:prstGeom>
          <a:noFill/>
        </p:spPr>
      </p:pic>
      <p:sp>
        <p:nvSpPr>
          <p:cNvPr id="3" name="Google Shape;502;p17"/>
          <p:cNvSpPr/>
          <p:nvPr/>
        </p:nvSpPr>
        <p:spPr>
          <a:xfrm>
            <a:off x="2354497" y="5076287"/>
            <a:ext cx="4085225" cy="924443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Guided by: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DR.A.V.PRABHU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E293AE-C9E6-B0CA-54E6-DB2884549CF8}"/>
              </a:ext>
            </a:extLst>
          </p:cNvPr>
          <p:cNvSpPr/>
          <p:nvPr/>
        </p:nvSpPr>
        <p:spPr>
          <a:xfrm>
            <a:off x="1295400" y="844951"/>
            <a:ext cx="10704195" cy="57365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17"/>
          <p:cNvSpPr/>
          <p:nvPr/>
        </p:nvSpPr>
        <p:spPr>
          <a:xfrm>
            <a:off x="4471372" y="84408"/>
            <a:ext cx="3011576" cy="51566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PROJECT</a:t>
            </a: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849259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2601849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4575990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38896" y="130126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295400" y="975077"/>
            <a:ext cx="10587355" cy="177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Aim of this project is to develop a smart vision-based classroom attendance system that utilizes facial recognition technology with blink-based liveness detection to ensure secure and accurate attendance marking.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system is designed to prevent proxy attendance and spoofing attempts, automate attendance logging in digital formats such as Excel or cloud-based sheets, and provide real-time notifications while supporting multi-class scheduling for efficient academic management.</a:t>
            </a:r>
            <a:endParaRPr lang="en-US" alt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389090" y="3249240"/>
            <a:ext cx="102687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P</a:t>
            </a:r>
            <a:r>
              <a:rPr lang="en-GB" sz="2000" b="1" dirty="0"/>
              <a:t>ROBLEM STATEMENT:-</a:t>
            </a:r>
          </a:p>
          <a:p>
            <a:pPr algn="just"/>
            <a:endParaRPr lang="en-GB" sz="20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Traditional attendance systems used in classrooms are often time-consuming, inefficient, and prone to errors.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Manual roll-calling consumes valuable lecture time, while RFID or ID-card-based systems are vulnerable to proxy attendance.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Additionally, students may mark attendance and leave the classroom without actually attending the session.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Existing systems also lack proper verification mechanisms to prevent photo or video spoofing and do not provide automated real-time reporting or multi-class schedule management.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868B88-7728-2E3E-1921-A123EEA4DBDA}"/>
              </a:ext>
            </a:extLst>
          </p:cNvPr>
          <p:cNvSpPr/>
          <p:nvPr/>
        </p:nvSpPr>
        <p:spPr>
          <a:xfrm>
            <a:off x="1592171" y="995623"/>
            <a:ext cx="9496375" cy="52722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LIST OF THE COMPONENTS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21" y="178930"/>
            <a:ext cx="1990725" cy="600076"/>
          </a:xfrm>
          <a:prstGeom prst="rect">
            <a:avLst/>
          </a:prstGeom>
          <a:noFill/>
        </p:spPr>
      </p:pic>
      <p:pic>
        <p:nvPicPr>
          <p:cNvPr id="2" name="Graphic 1" descr="Bullsey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3" name="Graphic 2" descr="Presentation with checklist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pic>
        <p:nvPicPr>
          <p:cNvPr id="5" name="Graphic 4" descr="Idea outli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680" y="4176488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46600" y="1130112"/>
            <a:ext cx="9907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HARDWARE COMPONENTS REQUIRED:</a:t>
            </a:r>
          </a:p>
          <a:p>
            <a:endParaRPr lang="en-IN" sz="2400" b="1" dirty="0"/>
          </a:p>
          <a:p>
            <a:endParaRPr lang="en-US" sz="2000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A3ABF0A-BC2D-0AE5-C0ED-B7EB2B007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600" y="1642461"/>
            <a:ext cx="1264920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 Development Board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USB Webcam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Laptop / PC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USB Cable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Adapter / Power Supply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Router / Internet Connection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2CCF-B6AF-A43D-DC38-BC6E229F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18A191-CAD8-104C-5561-A4BF72BF0822}"/>
              </a:ext>
            </a:extLst>
          </p:cNvPr>
          <p:cNvSpPr/>
          <p:nvPr/>
        </p:nvSpPr>
        <p:spPr>
          <a:xfrm>
            <a:off x="1592171" y="995623"/>
            <a:ext cx="9496375" cy="52722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86AF23B-0C14-6AF6-6BB1-09DAE5CD7282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LIST OF THE COMPONENTS</a:t>
            </a:r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5D84334B-D11E-5F63-6D44-7F417334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21" y="178930"/>
            <a:ext cx="1990725" cy="600076"/>
          </a:xfrm>
          <a:prstGeom prst="rect">
            <a:avLst/>
          </a:prstGeom>
          <a:noFill/>
        </p:spPr>
      </p:pic>
      <p:pic>
        <p:nvPicPr>
          <p:cNvPr id="2" name="Graphic 1" descr="Bullseye outline">
            <a:extLst>
              <a:ext uri="{FF2B5EF4-FFF2-40B4-BE49-F238E27FC236}">
                <a16:creationId xmlns:a16="http://schemas.microsoft.com/office/drawing/2014/main" id="{F4570EF3-F4F0-5901-4BB9-B95FD36D15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3" name="Graphic 2" descr="Presentation with checklist outline">
            <a:extLst>
              <a:ext uri="{FF2B5EF4-FFF2-40B4-BE49-F238E27FC236}">
                <a16:creationId xmlns:a16="http://schemas.microsoft.com/office/drawing/2014/main" id="{D150F5F3-BE56-7A7F-FDE8-F29FC7E073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pic>
        <p:nvPicPr>
          <p:cNvPr id="5" name="Graphic 4" descr="Idea outline">
            <a:extLst>
              <a:ext uri="{FF2B5EF4-FFF2-40B4-BE49-F238E27FC236}">
                <a16:creationId xmlns:a16="http://schemas.microsoft.com/office/drawing/2014/main" id="{201A8F66-91AA-B44F-DE40-5176AE6ADF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680" y="4176488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03BAC6-F640-82B7-F067-D5ED873CB95B}"/>
              </a:ext>
            </a:extLst>
          </p:cNvPr>
          <p:cNvSpPr txBox="1"/>
          <p:nvPr/>
        </p:nvSpPr>
        <p:spPr>
          <a:xfrm>
            <a:off x="1746600" y="1130112"/>
            <a:ext cx="9907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SOFTWARE COMPONENTS REQUIRED:</a:t>
            </a:r>
          </a:p>
          <a:p>
            <a:endParaRPr lang="en-IN" sz="2400" b="1" dirty="0"/>
          </a:p>
          <a:p>
            <a:endParaRPr lang="en-US" sz="20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710C3AF-0787-F460-9F3F-84FBF3FBB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8111" y="1699498"/>
            <a:ext cx="10404887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Environment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OpenCV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dlib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Face Recognition Library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 &amp;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OpenPyXL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Sheets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Telegram Bot API</a:t>
            </a:r>
          </a:p>
        </p:txBody>
      </p:sp>
    </p:spTree>
    <p:extLst>
      <p:ext uri="{BB962C8B-B14F-4D97-AF65-F5344CB8AC3E}">
        <p14:creationId xmlns:p14="http://schemas.microsoft.com/office/powerpoint/2010/main" val="325009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43EC4E-7DA0-7F10-C4F2-3EA26BEF7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17" y="1058795"/>
            <a:ext cx="10253821" cy="5610946"/>
          </a:xfrm>
          <a:prstGeom prst="rect">
            <a:avLst/>
          </a:prstGeom>
        </p:spPr>
      </p:pic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188260"/>
            <a:ext cx="3870831" cy="60007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ABSTRACT 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162" y="4176488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62046" y="21911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F23C6C-6E37-4C19-3614-6EB43838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2" y="1089645"/>
            <a:ext cx="9794558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proposes a smart vision-based attendance system using facial recognition technology.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captures live images through a webcam and verifies student identity in real time.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Blink-based liveness detection is implemented to prevent photo and video spoofing.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eliminates proxy attendance and reduces manual errors.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records are automatically stored in Excel or cloud-based sheets.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Multi-class scheduling support allows seamless handling of different subjects and sessions.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Telegram notifications are sent to students after successful verification.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improves efficiency, security, and transparency in classroom attendance management.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527176" y="84408"/>
            <a:ext cx="422237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BLOCK DIAGRAM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643" y="218725"/>
            <a:ext cx="1990725" cy="600076"/>
          </a:xfrm>
          <a:prstGeom prst="rect">
            <a:avLst/>
          </a:prstGeom>
          <a:noFill/>
        </p:spPr>
      </p:pic>
      <p:pic>
        <p:nvPicPr>
          <p:cNvPr id="2" name="Graphic 1" descr="Bullsey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3" name="Graphic 2" descr="Presentation with checklist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pic>
        <p:nvPicPr>
          <p:cNvPr id="5" name="Graphic 4" descr="Idea outli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680" y="4176488"/>
            <a:ext cx="914400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79793-BE07-EB63-CC72-6DB75257D3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203" y="840422"/>
            <a:ext cx="5621593" cy="562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527176" y="84408"/>
            <a:ext cx="422237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WORKING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511" y="158200"/>
            <a:ext cx="1613335" cy="486317"/>
          </a:xfrm>
          <a:prstGeom prst="rect">
            <a:avLst/>
          </a:prstGeom>
          <a:noFill/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7938F276-7DBC-7653-E265-3C6BEABD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813" y="584488"/>
            <a:ext cx="11668374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prevents duplicate entries within the same session.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student scans their RFID card at the classroom entry point.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ESP32 reads the RFID UID and sends the student ID to the laptop via serial/Wi-Fi communication.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checks whether the RFID ID is registered in the student database. Upon validation, the external webcam captures the student’s live image.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captured face is detected using OpenCV and compared with the stored facial data of that specific RFID ID.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facial match is found, blink-based liveness detection is performed to ensure the person is physically present.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blink is detected or the face does not match, attendance is rejected.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both identity and liveness are verified, the system marks the student as present.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records attendance details including Name, Date, Time, and Subject based on the scheduled class.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attendance data is automatically stored in Excel or Google Sheets.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Telegram notification is sent to the student confirming successful attendance marking.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FUTURE SCOPE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417" y="286643"/>
            <a:ext cx="1990725" cy="600076"/>
          </a:xfrm>
          <a:prstGeom prst="rect">
            <a:avLst/>
          </a:prstGeom>
          <a:noFill/>
        </p:spPr>
      </p:pic>
      <p:pic>
        <p:nvPicPr>
          <p:cNvPr id="2" name="Graphic 1" descr="Bullsey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3" name="Graphic 2" descr="Presentation with checklist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pic>
        <p:nvPicPr>
          <p:cNvPr id="5" name="Graphic 4" descr="Idea outli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680" y="4176488"/>
            <a:ext cx="914400" cy="9144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4224EA0-AF2E-4A19-4B1C-AE2B2B1C0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562" y="1094100"/>
            <a:ext cx="11257598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full campus ERP systems for centralized academic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using edge AI devices for faster real-time processing without a laptop.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integration for live attendance tracking and analytics.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anti-spoofing techniques such as 3D face depth detection and gesture verification.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dashboard with attendance analytics and performance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report generation for faculty and administration.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Multi-camera support for large classrooms and seminar halls.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access control systems for smart classroom entry.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CONCLUSION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21" y="252636"/>
            <a:ext cx="1990725" cy="600076"/>
          </a:xfrm>
          <a:prstGeom prst="rect">
            <a:avLst/>
          </a:prstGeom>
          <a:noFill/>
        </p:spPr>
      </p:pic>
      <p:pic>
        <p:nvPicPr>
          <p:cNvPr id="2" name="Graphic 1" descr="Bullsey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62" y="852712"/>
            <a:ext cx="914400" cy="914400"/>
          </a:xfrm>
          <a:prstGeom prst="rect">
            <a:avLst/>
          </a:prstGeom>
        </p:spPr>
      </p:pic>
      <p:pic>
        <p:nvPicPr>
          <p:cNvPr id="3" name="Graphic 2" descr="Presentation with checklist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62" y="2514600"/>
            <a:ext cx="914400" cy="914400"/>
          </a:xfrm>
          <a:prstGeom prst="rect">
            <a:avLst/>
          </a:prstGeom>
        </p:spPr>
      </p:pic>
      <p:pic>
        <p:nvPicPr>
          <p:cNvPr id="5" name="Graphic 4" descr="Idea outline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680" y="4176488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9310FC-63BD-F9AB-25A5-165990B47A30}"/>
              </a:ext>
            </a:extLst>
          </p:cNvPr>
          <p:cNvSpPr txBox="1"/>
          <p:nvPr/>
        </p:nvSpPr>
        <p:spPr>
          <a:xfrm>
            <a:off x="1442080" y="1004560"/>
            <a:ext cx="9052560" cy="5000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proposed system provides a secure and automated solution for classroom attendance management.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By combining RFID verification, facial recognition, and blink-based liveness detection, the system effectively prevents proxy attendance and spoofing.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Automated logging and real-time notifications improve efficiency, accuracy, and transparency.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reduces manual effort while ensuring reliable multi-class attendance tracking.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Overall, the project demonstrates a practical and scalable approach to modern smart classroom management.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TEAM MEMBERS DETAILS</a:t>
            </a:r>
          </a:p>
        </p:txBody>
      </p:sp>
      <p:sp>
        <p:nvSpPr>
          <p:cNvPr id="14" name="Rounded Rectangle 17"/>
          <p:cNvSpPr/>
          <p:nvPr/>
        </p:nvSpPr>
        <p:spPr>
          <a:xfrm>
            <a:off x="1220911" y="2180944"/>
            <a:ext cx="1018798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Presented by:</a:t>
            </a:r>
          </a:p>
          <a:p>
            <a:pPr lvl="0" algn="ctr"/>
            <a:r>
              <a:rPr lang="en-IN" alt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V. Niteesh Kumar Joshi - 2300049053</a:t>
            </a:r>
          </a:p>
          <a:p>
            <a:pPr lvl="0" algn="ctr"/>
            <a:r>
              <a:rPr lang="en-IN" alt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S. Venkata Swaroop      </a:t>
            </a:r>
            <a:r>
              <a:rPr 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- 2300049</a:t>
            </a:r>
            <a:r>
              <a:rPr lang="en-IN" alt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055</a:t>
            </a:r>
          </a:p>
          <a:p>
            <a:pPr lvl="0" algn="ctr"/>
            <a:r>
              <a:rPr lang="en-IN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O. Vinay                           - 2300049056</a:t>
            </a:r>
            <a:endParaRPr lang="en-US" sz="2000" dirty="0"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  <a:p>
            <a:pPr lvl="0" algn="ctr"/>
            <a:r>
              <a:rPr 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K. Venkata Hemanth     - 2300049</a:t>
            </a:r>
            <a:r>
              <a:rPr lang="en-IN" altLang="en-US" sz="2000" dirty="0"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067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548" y="300929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23SDEC06A– EMBEDDED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/>
</ds:datastoreItem>
</file>

<file path=customXml/itemProps2.xml><?xml version="1.0" encoding="utf-8"?>
<ds:datastoreItem xmlns:ds="http://schemas.openxmlformats.org/officeDocument/2006/customXml" ds:itemID="{EBBD0A98-E68B-4DAA-8964-2F739D6D4075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756</Words>
  <Application>Microsoft Office PowerPoint</Application>
  <PresentationFormat>Widescreen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BioRhyme ExtraBold</vt:lpstr>
      <vt:lpstr>Arial</vt:lpstr>
      <vt:lpstr>Calibri</vt:lpstr>
      <vt:lpstr>Poppins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SINGUPARAPU VENKATA SWAROOP</cp:lastModifiedBy>
  <cp:revision>58</cp:revision>
  <dcterms:created xsi:type="dcterms:W3CDTF">2020-02-08T09:57:00Z</dcterms:created>
  <dcterms:modified xsi:type="dcterms:W3CDTF">2026-03-01T04:00:35Z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61A6CFA59CAC4D73BA424DAF5FABA996_12</vt:lpwstr>
  </property>
  <property fmtid="{D5CDD505-2E9C-101B-9397-08002B2CF9AE}" pid="4" name="KSOProductBuildVer">
    <vt:lpwstr>1033-12.2.0.21931</vt:lpwstr>
  </property>
</Properties>
</file>